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6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B3A341F-665B-4CEB-8488-1174D879CC1F}" type="datetimeFigureOut">
              <a:rPr lang="en-US" smtClean="0"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E6568FEE-AC6C-43C5-B06D-C909F3E431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1"/>
            <a:ext cx="7772400" cy="1752600"/>
          </a:xfrm>
        </p:spPr>
        <p:txBody>
          <a:bodyPr>
            <a:normAutofit/>
          </a:bodyPr>
          <a:lstStyle/>
          <a:p>
            <a:r>
              <a:rPr lang="en-US" sz="6000" dirty="0" smtClean="0">
                <a:latin typeface="Algerian" panose="04020705040A02060702" pitchFamily="82" charset="0"/>
              </a:rPr>
              <a:t>MENULIS</a:t>
            </a:r>
            <a:endParaRPr lang="en-US" sz="60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Oleh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Dra. </a:t>
            </a:r>
            <a:r>
              <a:rPr lang="en-US" sz="2400" dirty="0" err="1" smtClean="0"/>
              <a:t>Widwi</a:t>
            </a:r>
            <a:r>
              <a:rPr lang="en-US" sz="2400" dirty="0" smtClean="0"/>
              <a:t> </a:t>
            </a:r>
            <a:r>
              <a:rPr lang="en-US" sz="2400" dirty="0" err="1" smtClean="0"/>
              <a:t>Handari</a:t>
            </a:r>
            <a:r>
              <a:rPr lang="en-US" sz="2400" dirty="0" smtClean="0"/>
              <a:t> </a:t>
            </a:r>
            <a:r>
              <a:rPr lang="en-US" sz="2400" dirty="0" err="1" smtClean="0"/>
              <a:t>Adji</a:t>
            </a:r>
            <a:r>
              <a:rPr lang="en-US" sz="2400" dirty="0" smtClean="0"/>
              <a:t>, M.M.</a:t>
            </a:r>
            <a:endParaRPr lang="en-US" sz="2400" dirty="0"/>
          </a:p>
        </p:txBody>
      </p:sp>
      <p:pic>
        <p:nvPicPr>
          <p:cNvPr id="4" name="Picture 10" descr="lady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743200"/>
            <a:ext cx="220345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06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PENGERTIAN MENULIS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200400"/>
            <a:ext cx="7620000" cy="2925763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/>
              <a:t>Proses  </a:t>
            </a:r>
            <a:r>
              <a:rPr lang="en-US" sz="3200" dirty="0" err="1" smtClean="0"/>
              <a:t>menuangkan</a:t>
            </a:r>
            <a:r>
              <a:rPr lang="en-US" sz="3200" dirty="0" smtClean="0"/>
              <a:t> </a:t>
            </a:r>
            <a:r>
              <a:rPr lang="en-US" sz="3200" dirty="0" err="1" smtClean="0"/>
              <a:t>gagasan</a:t>
            </a:r>
            <a:r>
              <a:rPr lang="en-US" sz="3200" dirty="0" smtClean="0"/>
              <a:t>/ ide </a:t>
            </a:r>
            <a:r>
              <a:rPr lang="en-US" sz="3200" dirty="0" err="1" smtClean="0"/>
              <a:t>kedalam</a:t>
            </a:r>
            <a:r>
              <a:rPr lang="en-US" sz="3200" dirty="0" smtClean="0"/>
              <a:t> </a:t>
            </a:r>
            <a:r>
              <a:rPr lang="en-US" sz="3200" dirty="0" err="1" smtClean="0"/>
              <a:t>bentuk</a:t>
            </a:r>
            <a:r>
              <a:rPr lang="en-US" sz="3200" dirty="0" smtClean="0"/>
              <a:t> </a:t>
            </a:r>
            <a:r>
              <a:rPr lang="en-US" sz="3200" dirty="0" err="1" smtClean="0"/>
              <a:t>tulisan</a:t>
            </a:r>
            <a:r>
              <a:rPr lang="en-US" sz="3200" dirty="0" smtClean="0"/>
              <a:t> </a:t>
            </a:r>
            <a:r>
              <a:rPr lang="en-US" sz="3200" dirty="0" err="1" smtClean="0"/>
              <a:t>untuk</a:t>
            </a:r>
            <a:r>
              <a:rPr lang="en-US" sz="3200" dirty="0" smtClean="0"/>
              <a:t> </a:t>
            </a:r>
            <a:r>
              <a:rPr lang="en-US" sz="3200" dirty="0" err="1" smtClean="0"/>
              <a:t>tujuan</a:t>
            </a:r>
            <a:r>
              <a:rPr lang="en-US" sz="3200" dirty="0" smtClean="0"/>
              <a:t> </a:t>
            </a:r>
            <a:r>
              <a:rPr lang="en-US" sz="3200" dirty="0" err="1" smtClean="0"/>
              <a:t>tertentu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168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Algerian" panose="04020705040A02060702" pitchFamily="82" charset="0"/>
              </a:rPr>
              <a:t>Macam-macam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Bentuk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Tulisan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590799"/>
            <a:ext cx="6196405" cy="3132269"/>
          </a:xfrm>
        </p:spPr>
        <p:txBody>
          <a:bodyPr>
            <a:normAutofit lnSpcReduction="10000"/>
          </a:bodyPr>
          <a:lstStyle/>
          <a:p>
            <a:pPr fontAlgn="base"/>
            <a:r>
              <a:rPr lang="id-ID" sz="3600" dirty="0" smtClean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Narasi </a:t>
            </a:r>
            <a:endParaRPr lang="en-US" sz="3600" dirty="0"/>
          </a:p>
          <a:p>
            <a:pPr fontAlgn="base"/>
            <a:r>
              <a:rPr lang="id-ID" sz="36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Deskripsi </a:t>
            </a:r>
            <a:endParaRPr lang="en-US" sz="3600" dirty="0"/>
          </a:p>
          <a:p>
            <a:pPr fontAlgn="base"/>
            <a:r>
              <a:rPr lang="id-ID" sz="36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Persuasi</a:t>
            </a:r>
            <a:endParaRPr lang="en-US" sz="3600" dirty="0"/>
          </a:p>
          <a:p>
            <a:pPr fontAlgn="base"/>
            <a:r>
              <a:rPr lang="id-ID" sz="36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Eksposisi</a:t>
            </a:r>
            <a:endParaRPr lang="en-US" sz="3600" dirty="0"/>
          </a:p>
          <a:p>
            <a:pPr fontAlgn="base"/>
            <a:r>
              <a:rPr lang="id-ID" sz="3600" dirty="0">
                <a:effectLst>
                  <a:outerShdw blurRad="38100" dist="38100" dir="2700000" algn="tl" rotWithShape="0">
                    <a:srgbClr val="000000"/>
                  </a:outerShdw>
                </a:effectLst>
              </a:rPr>
              <a:t>Argumentasi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341" name="Group 125"/>
          <p:cNvGraphicFramePr>
            <a:graphicFrameLocks noGrp="1"/>
          </p:cNvGraphicFramePr>
          <p:nvPr/>
        </p:nvGraphicFramePr>
        <p:xfrm>
          <a:off x="250825" y="188913"/>
          <a:ext cx="8893175" cy="6548438"/>
        </p:xfrm>
        <a:graphic>
          <a:graphicData uri="http://schemas.openxmlformats.org/drawingml/2006/table">
            <a:tbl>
              <a:tblPr/>
              <a:tblGrid>
                <a:gridCol w="1584325"/>
                <a:gridCol w="1512888"/>
                <a:gridCol w="3816350"/>
                <a:gridCol w="1979612"/>
              </a:tblGrid>
              <a:tr h="576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Bentuk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Sifat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Isi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Contoh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97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Narasi 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Non-ilmiah/ fiksi/ non-fiksi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Menceritakan peristiwa / kejadian sehingga pembaca merasa mengalami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novel, cerpen, biografi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29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Deskripsi 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Non-ilmiah/ fiksi / non-fiksi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Menggambarkan objek sehingga pembaca merasa melihat sendiri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Laporan pandangan mata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9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Persuasi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ilmiah / non-fiksi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Karangan untuk mempengaruhi pembaca dengan pendekatan psikologis. Memerlukan fakta-fakta penunjang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Naskah ceramah, teks iklan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9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Eksposisi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Ilmiah / non-fiksi 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Memaparkan informasi / ilmu agar pembaca mengerti dengan jelas.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Laporan kegiatan, resep, cara bercocok tanam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9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Argumentasi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Ilmiah / non-fkisi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Tulisan untuk membuktikan kebenaran pendapat sehingga pembaca yakin. Perlu data, fakta, analisis 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id-ID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Laporan penelitian, skripsi, tesis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45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3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KARYA ILMIAH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819399"/>
            <a:ext cx="6196405" cy="290366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kumimoji="0" lang="id-ID" sz="36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Tulisan untuk membuktikan kebenaran pendapat sehingga pembaca yakin. Perlu data, fakta, analisis </a:t>
            </a:r>
            <a:endParaRPr kumimoji="0" lang="en-US" sz="3600" b="0" i="0" u="none" strike="noStrike" cap="none" normalizeH="0" baseline="0" dirty="0" smtClean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latin typeface="Tahoma" pitchFamily="34" charset="0"/>
            </a:endParaRP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4591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lgerian" panose="04020705040A02060702" pitchFamily="82" charset="0"/>
              </a:rPr>
              <a:t>Jenis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karya</a:t>
            </a:r>
            <a:r>
              <a:rPr lang="en-US" dirty="0" smtClean="0">
                <a:latin typeface="Algerian" panose="04020705040A02060702" pitchFamily="82" charset="0"/>
              </a:rPr>
              <a:t> </a:t>
            </a:r>
            <a:r>
              <a:rPr lang="en-US" dirty="0" err="1" smtClean="0">
                <a:latin typeface="Algerian" panose="04020705040A02060702" pitchFamily="82" charset="0"/>
              </a:rPr>
              <a:t>ilmiah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819399"/>
            <a:ext cx="6196405" cy="2903669"/>
          </a:xfrm>
        </p:spPr>
        <p:txBody>
          <a:bodyPr>
            <a:noAutofit/>
          </a:bodyPr>
          <a:lstStyle/>
          <a:p>
            <a:r>
              <a:rPr lang="en-US" sz="3200" dirty="0" smtClean="0"/>
              <a:t>TUGAS AKHIR		D3</a:t>
            </a:r>
          </a:p>
          <a:p>
            <a:r>
              <a:rPr lang="en-US" sz="3200" dirty="0" smtClean="0"/>
              <a:t>PROYEK AKHIR	D3</a:t>
            </a:r>
          </a:p>
          <a:p>
            <a:r>
              <a:rPr lang="en-US" sz="3200" dirty="0" smtClean="0"/>
              <a:t>SKRIPSI			S1</a:t>
            </a:r>
          </a:p>
          <a:p>
            <a:r>
              <a:rPr lang="en-US" sz="3200" dirty="0" smtClean="0"/>
              <a:t>TESIS			S2</a:t>
            </a:r>
          </a:p>
          <a:p>
            <a:r>
              <a:rPr lang="en-US" sz="3200" dirty="0" smtClean="0"/>
              <a:t>DISERTASI		S3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536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Sistematika</a:t>
            </a:r>
            <a:r>
              <a:rPr lang="en-US" dirty="0" smtClean="0"/>
              <a:t> </a:t>
            </a:r>
            <a:r>
              <a:rPr lang="en-US" dirty="0" err="1" smtClean="0"/>
              <a:t>Penulisan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Karya</a:t>
            </a:r>
            <a:r>
              <a:rPr lang="en-US" dirty="0" smtClean="0"/>
              <a:t> </a:t>
            </a:r>
            <a:r>
              <a:rPr lang="en-US" dirty="0" err="1" smtClean="0"/>
              <a:t>Ilmiah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3047999"/>
            <a:ext cx="6196405" cy="267506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LAPORAN SEMESTER</a:t>
            </a:r>
          </a:p>
          <a:p>
            <a:r>
              <a:rPr lang="en-US" sz="4000" dirty="0" smtClean="0"/>
              <a:t>TUGAS AKHIR</a:t>
            </a:r>
          </a:p>
          <a:p>
            <a:r>
              <a:rPr lang="en-US" sz="4000" dirty="0" smtClean="0"/>
              <a:t>SKRIPSI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662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190</TotalTime>
  <Words>168</Words>
  <Application>Microsoft Office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Pushpin</vt:lpstr>
      <vt:lpstr>MENULIS</vt:lpstr>
      <vt:lpstr>PENGERTIAN MENULIS </vt:lpstr>
      <vt:lpstr>Macam-macam Bentuk Tulisan</vt:lpstr>
      <vt:lpstr>PowerPoint Presentation</vt:lpstr>
      <vt:lpstr>KARYA ILMIAH</vt:lpstr>
      <vt:lpstr>Jenis karya ilmiah</vt:lpstr>
      <vt:lpstr>Sistematika Penulisan  Karya Ilmiah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MENULIS</dc:title>
  <dc:creator>User</dc:creator>
  <cp:lastModifiedBy>bu widwi</cp:lastModifiedBy>
  <cp:revision>8</cp:revision>
  <dcterms:created xsi:type="dcterms:W3CDTF">2016-01-07T02:13:19Z</dcterms:created>
  <dcterms:modified xsi:type="dcterms:W3CDTF">2018-01-10T02:21:26Z</dcterms:modified>
</cp:coreProperties>
</file>