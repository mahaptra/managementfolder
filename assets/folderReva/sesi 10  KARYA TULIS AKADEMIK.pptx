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4" r:id="rId1"/>
  </p:sldMasterIdLst>
  <p:sldIdLst>
    <p:sldId id="256" r:id="rId2"/>
    <p:sldId id="261" r:id="rId3"/>
    <p:sldId id="274" r:id="rId4"/>
    <p:sldId id="275" r:id="rId5"/>
    <p:sldId id="276" r:id="rId6"/>
    <p:sldId id="277" r:id="rId7"/>
    <p:sldId id="278" r:id="rId8"/>
    <p:sldId id="271" r:id="rId9"/>
    <p:sldId id="272" r:id="rId10"/>
    <p:sldId id="279" r:id="rId11"/>
  </p:sldIdLst>
  <p:sldSz cx="12192000" cy="6858000"/>
  <p:notesSz cx="6858000" cy="9144000"/>
  <p:defaultTextStyle>
    <a:defPPr>
      <a:defRPr lang="id-ID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9" autoAdjust="0"/>
    <p:restoredTop sz="94660"/>
  </p:normalViewPr>
  <p:slideViewPr>
    <p:cSldViewPr snapToGrid="0">
      <p:cViewPr varScale="1">
        <p:scale>
          <a:sx n="67" d="100"/>
          <a:sy n="67" d="100"/>
        </p:scale>
        <p:origin x="780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3"/>
          <p:cNvGrpSpPr>
            <a:grpSpLocks/>
          </p:cNvGrpSpPr>
          <p:nvPr/>
        </p:nvGrpSpPr>
        <p:grpSpPr bwMode="auto">
          <a:xfrm>
            <a:off x="546100" y="-4763"/>
            <a:ext cx="5014913" cy="6862763"/>
            <a:chOff x="2928938" y="-4763"/>
            <a:chExt cx="5014912" cy="6862763"/>
          </a:xfrm>
        </p:grpSpPr>
        <p:sp>
          <p:nvSpPr>
            <p:cNvPr id="5" name="Freeform 6"/>
            <p:cNvSpPr>
              <a:spLocks/>
            </p:cNvSpPr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>
                <a:gd name="T0" fmla="*/ 0 w 670"/>
                <a:gd name="T1" fmla="*/ 2147483646 h 1753"/>
                <a:gd name="T2" fmla="*/ 2147483646 w 670"/>
                <a:gd name="T3" fmla="*/ 2147483646 h 1753"/>
                <a:gd name="T4" fmla="*/ 2147483646 w 670"/>
                <a:gd name="T5" fmla="*/ 0 h 1753"/>
                <a:gd name="T6" fmla="*/ 2147483646 w 670"/>
                <a:gd name="T7" fmla="*/ 0 h 1753"/>
                <a:gd name="T8" fmla="*/ 0 w 670"/>
                <a:gd name="T9" fmla="*/ 2147483646 h 175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7"/>
            <p:cNvSpPr/>
            <p:nvPr/>
          </p:nvSpPr>
          <p:spPr bwMode="auto">
            <a:xfrm>
              <a:off x="2928938" y="-4763"/>
              <a:ext cx="1035050" cy="2673351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7" name="Freeform 9"/>
            <p:cNvSpPr/>
            <p:nvPr/>
          </p:nvSpPr>
          <p:spPr bwMode="auto">
            <a:xfrm>
              <a:off x="2928938" y="2582863"/>
              <a:ext cx="2693987" cy="4275137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8" name="Freeform 10"/>
            <p:cNvSpPr/>
            <p:nvPr/>
          </p:nvSpPr>
          <p:spPr bwMode="auto">
            <a:xfrm>
              <a:off x="3371851" y="2692400"/>
              <a:ext cx="3332161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9" name="Freeform 11"/>
            <p:cNvSpPr/>
            <p:nvPr/>
          </p:nvSpPr>
          <p:spPr bwMode="auto">
            <a:xfrm>
              <a:off x="3367088" y="2687638"/>
              <a:ext cx="4576762" cy="4170362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0" name="Freeform 12"/>
            <p:cNvSpPr/>
            <p:nvPr/>
          </p:nvSpPr>
          <p:spPr bwMode="auto">
            <a:xfrm>
              <a:off x="2928938" y="2578100"/>
              <a:ext cx="3584574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9108F3-4EC3-45C0-B2F6-C23533043DF2}" type="datetimeFigureOut">
              <a:rPr lang="id-ID"/>
              <a:pPr>
                <a:defRPr/>
              </a:pPr>
              <a:t>02/06/2020</a:t>
            </a:fld>
            <a:endParaRPr lang="id-ID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3" y="5883275"/>
            <a:ext cx="432435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d-ID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C3C94F-1C43-4BCD-A6BE-2F766BBD78D0}" type="slidenum">
              <a:rPr lang="id-ID"/>
              <a:pPr>
                <a:defRPr/>
              </a:pPr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25182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EAA8CB-58D7-40CE-A2AD-255DA640A261}" type="datetimeFigureOut">
              <a:rPr lang="id-ID"/>
              <a:pPr>
                <a:defRPr/>
              </a:pPr>
              <a:t>02/06/2020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2163" y="5867400"/>
            <a:ext cx="550862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01B355-960D-48FE-BAD2-FB26EBE15143}" type="slidenum">
              <a:rPr lang="id-ID"/>
              <a:pPr>
                <a:defRPr/>
              </a:pPr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425658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0B6C8E-C00C-43D7-9D13-1007B3229710}" type="datetimeFigureOut">
              <a:rPr lang="id-ID"/>
              <a:pPr>
                <a:defRPr/>
              </a:pPr>
              <a:t>02/06/2020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217B94-0499-4E7F-855B-6B17BD8347E0}" type="slidenum">
              <a:rPr lang="id-ID"/>
              <a:pPr>
                <a:defRPr/>
              </a:pPr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667283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30A2D6-A247-432F-8AC5-04B870444540}" type="datetimeFigureOut">
              <a:rPr lang="id-ID"/>
              <a:pPr>
                <a:defRPr/>
              </a:pPr>
              <a:t>02/06/2020</a:t>
            </a:fld>
            <a:endParaRPr lang="id-ID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d-ID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51994F-0245-4A98-BCF5-F68BE982B9C5}" type="slidenum">
              <a:rPr lang="id-ID"/>
              <a:pPr>
                <a:defRPr/>
              </a:pPr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0113284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093CAE-6463-44C1-A4BD-C859A6CA4B9C}" type="datetimeFigureOut">
              <a:rPr lang="id-ID"/>
              <a:pPr>
                <a:defRPr/>
              </a:pPr>
              <a:t>02/06/2020</a:t>
            </a:fld>
            <a:endParaRPr lang="id-ID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d-ID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53E58A-3237-4F0D-A40B-C724D95848DF}" type="slidenum">
              <a:rPr lang="id-ID"/>
              <a:pPr>
                <a:defRPr/>
              </a:pPr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230887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E66B53-AB77-4347-99BD-6ECDD7468B43}" type="datetimeFigureOut">
              <a:rPr lang="id-ID"/>
              <a:pPr>
                <a:defRPr/>
              </a:pPr>
              <a:t>02/06/2020</a:t>
            </a:fld>
            <a:endParaRPr lang="id-ID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d-ID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AF1BE1-D50C-4790-A688-302A4D60D0FA}" type="slidenum">
              <a:rPr lang="id-ID"/>
              <a:pPr>
                <a:defRPr/>
              </a:pPr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078538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F7EB0D-0282-450D-8F51-69DA9C7CBEEF}" type="datetimeFigureOut">
              <a:rPr lang="id-ID"/>
              <a:pPr>
                <a:defRPr/>
              </a:pPr>
              <a:t>02/06/2020</a:t>
            </a:fld>
            <a:endParaRPr lang="id-ID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d-ID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110BC4-5486-4884-AD24-5617305F1A5B}" type="slidenum">
              <a:rPr lang="id-ID"/>
              <a:pPr>
                <a:defRPr/>
              </a:pPr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116553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E0BEC5-8B3C-4728-AA02-B38486D82128}" type="datetimeFigureOut">
              <a:rPr lang="id-ID"/>
              <a:pPr>
                <a:defRPr/>
              </a:pPr>
              <a:t>02/06/2020</a:t>
            </a:fld>
            <a:endParaRPr lang="id-ID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d-ID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8C8794-2C54-4981-8065-72C12A92D029}" type="slidenum">
              <a:rPr lang="id-ID"/>
              <a:pPr>
                <a:defRPr/>
              </a:pPr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072478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E32DCD-6103-4CFC-8DBF-B3A3A997723A}" type="datetimeFigureOut">
              <a:rPr lang="id-ID"/>
              <a:pPr>
                <a:defRPr/>
              </a:pPr>
              <a:t>02/06/2020</a:t>
            </a:fld>
            <a:endParaRPr lang="id-ID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d-ID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7D0C8B-9408-479B-951C-95942E8996C5}" type="slidenum">
              <a:rPr lang="id-ID"/>
              <a:pPr>
                <a:defRPr/>
              </a:pPr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7612427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5BAE46-D536-4F07-83E5-0D1208971C26}" type="datetimeFigureOut">
              <a:rPr lang="id-ID"/>
              <a:pPr>
                <a:defRPr/>
              </a:pPr>
              <a:t>02/06/2020</a:t>
            </a:fld>
            <a:endParaRPr lang="id-ID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d-ID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2CB8BD-34C5-41FA-BD31-B0BB08B82623}" type="slidenum">
              <a:rPr lang="id-ID"/>
              <a:pPr>
                <a:defRPr/>
              </a:pPr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40370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0FC642-0A4C-4A60-B466-90B88A53EF5A}" type="datetimeFigureOut">
              <a:rPr lang="id-ID"/>
              <a:pPr>
                <a:defRPr/>
              </a:pPr>
              <a:t>02/06/2020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6B7C6B-6C95-4AAE-A01D-EDA85069A08D}" type="slidenum">
              <a:rPr lang="id-ID"/>
              <a:pPr>
                <a:defRPr/>
              </a:pPr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8208349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598613" y="863600"/>
            <a:ext cx="609600" cy="584200"/>
          </a:xfrm>
          <a:prstGeom prst="rect">
            <a:avLst/>
          </a:prstGeom>
        </p:spPr>
        <p:txBody>
          <a:bodyPr anchor="ctr"/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>
              <a:defRPr/>
            </a:pPr>
            <a:r>
              <a:rPr lang="en-US" sz="8000" dirty="0">
                <a:effectLst/>
              </a:rP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93425" y="2819400"/>
            <a:ext cx="609600" cy="584200"/>
          </a:xfrm>
          <a:prstGeom prst="rect">
            <a:avLst/>
          </a:prstGeom>
        </p:spPr>
        <p:txBody>
          <a:bodyPr anchor="ctr"/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algn="r">
              <a:defRPr/>
            </a:pPr>
            <a:r>
              <a:rPr lang="en-US" sz="8000" dirty="0"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F2255F-8A45-4C14-B465-5C6E3A6F4C7C}" type="datetimeFigureOut">
              <a:rPr lang="id-ID"/>
              <a:pPr>
                <a:defRPr/>
              </a:pPr>
              <a:t>02/06/2020</a:t>
            </a:fld>
            <a:endParaRPr lang="id-ID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d-ID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27294F-493A-4492-8A1B-A1DEF0A479E4}" type="slidenum">
              <a:rPr lang="id-ID"/>
              <a:pPr>
                <a:defRPr/>
              </a:pPr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8902509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094F81-84F5-428B-9756-5A7738EBB3EF}" type="datetimeFigureOut">
              <a:rPr lang="id-ID"/>
              <a:pPr>
                <a:defRPr/>
              </a:pPr>
              <a:t>02/06/2020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9B0C48-53CB-4FB8-A744-FEB94BDEB0BC}" type="slidenum">
              <a:rPr lang="id-ID"/>
              <a:pPr>
                <a:defRPr/>
              </a:pPr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2906841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598613" y="863600"/>
            <a:ext cx="609600" cy="584200"/>
          </a:xfrm>
          <a:prstGeom prst="rect">
            <a:avLst/>
          </a:prstGeom>
        </p:spPr>
        <p:txBody>
          <a:bodyPr anchor="ctr"/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>
              <a:defRPr/>
            </a:pPr>
            <a:r>
              <a:rPr lang="en-US" sz="8000" dirty="0">
                <a:effectLst/>
              </a:rP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93425" y="2819400"/>
            <a:ext cx="609600" cy="584200"/>
          </a:xfrm>
          <a:prstGeom prst="rect">
            <a:avLst/>
          </a:prstGeom>
        </p:spPr>
        <p:txBody>
          <a:bodyPr anchor="ctr"/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algn="r">
              <a:defRPr/>
            </a:pPr>
            <a:r>
              <a:rPr lang="en-US" sz="8000" dirty="0"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AE61BD-CF26-49EA-BF55-B8CF50BD1EFE}" type="datetimeFigureOut">
              <a:rPr lang="id-ID"/>
              <a:pPr>
                <a:defRPr/>
              </a:pPr>
              <a:t>02/06/2020</a:t>
            </a:fld>
            <a:endParaRPr lang="id-ID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d-ID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967D79-9EBF-4145-80F5-284299D3154B}" type="slidenum">
              <a:rPr lang="id-ID"/>
              <a:pPr>
                <a:defRPr/>
              </a:pPr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8261233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rtlCol="0">
            <a:normAutofit/>
          </a:bodyPr>
          <a:lstStyle>
            <a:lvl1pPr>
              <a:defRPr lang="en-US" b="0" dirty="0"/>
            </a:lvl1pPr>
          </a:lstStyle>
          <a:p>
            <a:pPr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BDAA6F-D7AC-473D-9439-C1856BE9E737}" type="datetimeFigureOut">
              <a:rPr lang="id-ID"/>
              <a:pPr>
                <a:defRPr/>
              </a:pPr>
              <a:t>02/06/2020</a:t>
            </a:fld>
            <a:endParaRPr lang="id-ID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d-ID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133AC6-AC24-4ED9-BF86-1C83AB81BD95}" type="slidenum">
              <a:rPr lang="id-ID"/>
              <a:pPr>
                <a:defRPr/>
              </a:pPr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5048821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9DCBBD-8400-45F5-95DB-2B925961AD7B}" type="datetimeFigureOut">
              <a:rPr lang="id-ID"/>
              <a:pPr>
                <a:defRPr/>
              </a:pPr>
              <a:t>02/06/2020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29381B-9B38-4FC0-8615-E974D11D9706}" type="slidenum">
              <a:rPr lang="id-ID"/>
              <a:pPr>
                <a:defRPr/>
              </a:pPr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7524646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68B6C8-A127-46D5-8FCE-954A96D79257}" type="datetimeFigureOut">
              <a:rPr lang="id-ID"/>
              <a:pPr>
                <a:defRPr/>
              </a:pPr>
              <a:t>02/06/2020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9E2D26-B916-4AA6-858F-D125B8DAD1AA}" type="slidenum">
              <a:rPr lang="id-ID"/>
              <a:pPr>
                <a:defRPr/>
              </a:pPr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3429052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6"/>
          <p:cNvGrpSpPr>
            <a:grpSpLocks/>
          </p:cNvGrpSpPr>
          <p:nvPr/>
        </p:nvGrpSpPr>
        <p:grpSpPr bwMode="auto">
          <a:xfrm>
            <a:off x="150813" y="0"/>
            <a:ext cx="2436812" cy="6858000"/>
            <a:chOff x="1320800" y="0"/>
            <a:chExt cx="2436813" cy="6858001"/>
          </a:xfrm>
        </p:grpSpPr>
        <p:sp>
          <p:nvSpPr>
            <p:cNvPr id="1032" name="Freeform 6"/>
            <p:cNvSpPr>
              <a:spLocks/>
            </p:cNvSpPr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>
                <a:gd name="T0" fmla="*/ 0 w 707"/>
                <a:gd name="T1" fmla="*/ 2147483646 h 3357"/>
                <a:gd name="T2" fmla="*/ 2147483646 w 707"/>
                <a:gd name="T3" fmla="*/ 2147483646 h 3357"/>
                <a:gd name="T4" fmla="*/ 2147483646 w 707"/>
                <a:gd name="T5" fmla="*/ 0 h 3357"/>
                <a:gd name="T6" fmla="*/ 2147483646 w 707"/>
                <a:gd name="T7" fmla="*/ 0 h 3357"/>
                <a:gd name="T8" fmla="*/ 0 w 707"/>
                <a:gd name="T9" fmla="*/ 2147483646 h 33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1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1"/>
              <a:ext cx="1228726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7" y="5291139"/>
              <a:ext cx="1495426" cy="1566862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7" y="5286376"/>
              <a:ext cx="2130426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1"/>
              <a:ext cx="1695451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1484313" y="685800"/>
            <a:ext cx="10018712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484313" y="2667000"/>
            <a:ext cx="10018712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963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fld id="{880C40FA-339B-4E72-976A-E2F8281FE14E}" type="datetimeFigureOut">
              <a:rPr lang="id-ID"/>
              <a:pPr>
                <a:defRPr/>
              </a:pPr>
              <a:t>02/06/2020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1750" y="5883275"/>
            <a:ext cx="70850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fld id="{FEFA8A51-61CE-474B-9595-E9A5B6116950}" type="slidenum">
              <a:rPr lang="id-ID"/>
              <a:pPr>
                <a:defRPr/>
              </a:pPr>
              <a:t>‹#›</a:t>
            </a:fld>
            <a:endParaRPr lang="id-ID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8" r:id="rId1"/>
    <p:sldLayoutId id="2147484029" r:id="rId2"/>
    <p:sldLayoutId id="2147484015" r:id="rId3"/>
    <p:sldLayoutId id="2147484016" r:id="rId4"/>
    <p:sldLayoutId id="2147484017" r:id="rId5"/>
    <p:sldLayoutId id="2147484018" r:id="rId6"/>
    <p:sldLayoutId id="2147484019" r:id="rId7"/>
    <p:sldLayoutId id="2147484020" r:id="rId8"/>
    <p:sldLayoutId id="2147484021" r:id="rId9"/>
    <p:sldLayoutId id="2147484022" r:id="rId10"/>
    <p:sldLayoutId id="2147484023" r:id="rId11"/>
    <p:sldLayoutId id="2147484030" r:id="rId12"/>
    <p:sldLayoutId id="2147484024" r:id="rId13"/>
    <p:sldLayoutId id="2147484031" r:id="rId14"/>
    <p:sldLayoutId id="2147484025" r:id="rId15"/>
    <p:sldLayoutId id="2147484026" r:id="rId16"/>
    <p:sldLayoutId id="2147484027" r:id="rId17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000" kern="1200">
          <a:ln w="3175" cmpd="sng">
            <a:noFill/>
          </a:ln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Corbel" panose="020B050302020402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Corbel" panose="020B050302020402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Corbel" panose="020B050302020402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Corbel" panose="020B0503020204020204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0" fontAlgn="base" hangingPunct="0">
        <a:spcBef>
          <a:spcPct val="20000"/>
        </a:spcBef>
        <a:spcAft>
          <a:spcPts val="600"/>
        </a:spcAft>
        <a:buClr>
          <a:srgbClr val="1287C3"/>
        </a:buClr>
        <a:buSzPct val="14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ts val="600"/>
        </a:spcAft>
        <a:buClr>
          <a:srgbClr val="1287C3"/>
        </a:buClr>
        <a:buSzPct val="14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85750" algn="l" defTabSz="457200" rtl="0" eaLnBrk="0" fontAlgn="base" hangingPunct="0">
        <a:spcBef>
          <a:spcPct val="20000"/>
        </a:spcBef>
        <a:spcAft>
          <a:spcPts val="600"/>
        </a:spcAft>
        <a:buClr>
          <a:srgbClr val="1287C3"/>
        </a:buClr>
        <a:buSzPct val="145000"/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543050" indent="-171450" algn="l" defTabSz="457200" rtl="0" eaLnBrk="0" fontAlgn="base" hangingPunct="0">
        <a:spcBef>
          <a:spcPct val="20000"/>
        </a:spcBef>
        <a:spcAft>
          <a:spcPts val="600"/>
        </a:spcAft>
        <a:buClr>
          <a:srgbClr val="1287C3"/>
        </a:buClr>
        <a:buSzPct val="14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00250" indent="-171450" algn="l" defTabSz="457200" rtl="0" eaLnBrk="0" fontAlgn="base" hangingPunct="0">
        <a:spcBef>
          <a:spcPct val="20000"/>
        </a:spcBef>
        <a:spcAft>
          <a:spcPts val="600"/>
        </a:spcAft>
        <a:buClr>
          <a:srgbClr val="1287C3"/>
        </a:buClr>
        <a:buSzPct val="14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ctrTitle"/>
          </p:nvPr>
        </p:nvSpPr>
        <p:spPr>
          <a:xfrm>
            <a:off x="711200" y="893763"/>
            <a:ext cx="10469563" cy="1198562"/>
          </a:xfrm>
        </p:spPr>
        <p:txBody>
          <a:bodyPr/>
          <a:lstStyle/>
          <a:p>
            <a:pPr algn="ctr" eaLnBrk="1" hangingPunct="1"/>
            <a:r>
              <a:rPr lang="en-US" altLang="en-US" smtClean="0">
                <a:ln>
                  <a:noFill/>
                </a:ln>
              </a:rPr>
              <a:t>KARYA TULIS AKADEMIK</a:t>
            </a:r>
            <a:endParaRPr lang="id-ID" altLang="en-US" smtClean="0">
              <a:ln>
                <a:noFill/>
              </a:ln>
            </a:endParaRPr>
          </a:p>
        </p:txBody>
      </p:sp>
      <p:sp>
        <p:nvSpPr>
          <p:cNvPr id="23555" name="Subtitle 2"/>
          <p:cNvSpPr>
            <a:spLocks noGrp="1"/>
          </p:cNvSpPr>
          <p:nvPr>
            <p:ph type="subTitle" idx="1"/>
          </p:nvPr>
        </p:nvSpPr>
        <p:spPr>
          <a:xfrm>
            <a:off x="711200" y="3228975"/>
            <a:ext cx="10472738" cy="2359025"/>
          </a:xfrm>
        </p:spPr>
        <p:txBody>
          <a:bodyPr/>
          <a:lstStyle/>
          <a:p>
            <a:pPr algn="l" eaLnBrk="1" hangingPunct="1">
              <a:lnSpc>
                <a:spcPct val="90000"/>
              </a:lnSpc>
            </a:pPr>
            <a:endParaRPr lang="id-ID" altLang="id-ID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1675"/>
          </a:xfrm>
        </p:spPr>
        <p:txBody>
          <a:bodyPr/>
          <a:lstStyle/>
          <a:p>
            <a:pPr eaLnBrk="1" hangingPunct="1"/>
            <a:r>
              <a:rPr lang="id-ID" altLang="en-US" smtClean="0">
                <a:ln>
                  <a:noFill/>
                </a:ln>
              </a:rPr>
              <a:t>JENIS KARYA TULIS AKADEMIK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219200"/>
            <a:ext cx="5181600" cy="4957763"/>
          </a:xfrm>
        </p:spPr>
        <p:txBody>
          <a:bodyPr rtlCol="0"/>
          <a:lstStyle/>
          <a:p>
            <a:pPr marL="0" indent="0" eaLnBrk="1" fontAlgn="auto" hangingPunct="1">
              <a:spcAft>
                <a:spcPts val="0"/>
              </a:spcAft>
              <a:buClr>
                <a:schemeClr val="accent3"/>
              </a:buClr>
              <a:buFont typeface="Arial" panose="020B0604020202020204" pitchFamily="34" charset="0"/>
              <a:buNone/>
              <a:defRPr/>
            </a:pPr>
            <a:r>
              <a:rPr lang="id-ID" dirty="0" smtClean="0"/>
              <a:t>PRASYARAT PENYELESAIAN</a:t>
            </a:r>
          </a:p>
          <a:p>
            <a:pPr marL="514350" indent="-514350" eaLnBrk="1" fontAlgn="auto" hangingPunct="1">
              <a:spcAft>
                <a:spcPts val="0"/>
              </a:spcAft>
              <a:buClr>
                <a:schemeClr val="accent3"/>
              </a:buClr>
              <a:buFont typeface="Arial" panose="020B0604020202020204" pitchFamily="34" charset="0"/>
              <a:buAutoNum type="arabicPeriod"/>
              <a:defRPr/>
            </a:pPr>
            <a:r>
              <a:rPr lang="id-ID" dirty="0" smtClean="0"/>
              <a:t>TUGAS AKHIR </a:t>
            </a:r>
          </a:p>
          <a:p>
            <a:pPr marL="514350" indent="-514350" eaLnBrk="1" fontAlgn="auto" hangingPunct="1">
              <a:spcAft>
                <a:spcPts val="0"/>
              </a:spcAft>
              <a:buClr>
                <a:schemeClr val="accent3"/>
              </a:buClr>
              <a:buFont typeface="Arial" panose="020B0604020202020204" pitchFamily="34" charset="0"/>
              <a:buAutoNum type="arabicPeriod"/>
              <a:defRPr/>
            </a:pPr>
            <a:r>
              <a:rPr lang="id-ID" dirty="0" smtClean="0"/>
              <a:t>PROYEK AKHIR</a:t>
            </a:r>
          </a:p>
          <a:p>
            <a:pPr marL="514350" indent="-514350" eaLnBrk="1" fontAlgn="auto" hangingPunct="1">
              <a:spcAft>
                <a:spcPts val="0"/>
              </a:spcAft>
              <a:buClr>
                <a:schemeClr val="accent3"/>
              </a:buClr>
              <a:buFont typeface="Arial" panose="020B0604020202020204" pitchFamily="34" charset="0"/>
              <a:buAutoNum type="arabicPeriod"/>
              <a:defRPr/>
            </a:pPr>
            <a:r>
              <a:rPr lang="id-ID" dirty="0" smtClean="0"/>
              <a:t>SKRIPSI (UNTUK S-1)</a:t>
            </a:r>
          </a:p>
          <a:p>
            <a:pPr marL="514350" indent="-514350" eaLnBrk="1" fontAlgn="auto" hangingPunct="1">
              <a:spcAft>
                <a:spcPts val="0"/>
              </a:spcAft>
              <a:buClr>
                <a:schemeClr val="accent3"/>
              </a:buClr>
              <a:buFont typeface="Arial" panose="020B0604020202020204" pitchFamily="34" charset="0"/>
              <a:buAutoNum type="arabicPeriod"/>
              <a:defRPr/>
            </a:pPr>
            <a:r>
              <a:rPr lang="id-ID" dirty="0" smtClean="0"/>
              <a:t>TESIS (UNTUK S-2)</a:t>
            </a:r>
          </a:p>
          <a:p>
            <a:pPr marL="514350" indent="-514350" eaLnBrk="1" fontAlgn="auto" hangingPunct="1">
              <a:spcAft>
                <a:spcPts val="0"/>
              </a:spcAft>
              <a:buClr>
                <a:schemeClr val="accent3"/>
              </a:buClr>
              <a:buFont typeface="Arial" panose="020B0604020202020204" pitchFamily="34" charset="0"/>
              <a:buAutoNum type="arabicPeriod"/>
              <a:defRPr/>
            </a:pPr>
            <a:r>
              <a:rPr lang="id-ID" dirty="0" smtClean="0"/>
              <a:t>DISERTASI (UNTUK S-3)</a:t>
            </a:r>
          </a:p>
          <a:p>
            <a:pPr marL="514350" indent="-514350" eaLnBrk="1" fontAlgn="auto" hangingPunct="1">
              <a:spcAft>
                <a:spcPts val="0"/>
              </a:spcAft>
              <a:buClr>
                <a:schemeClr val="accent3"/>
              </a:buClr>
              <a:buFont typeface="Arial" panose="020B0604020202020204" pitchFamily="34" charset="0"/>
              <a:buAutoNum type="arabicPeriod"/>
              <a:defRPr/>
            </a:pPr>
            <a:endParaRPr lang="id-ID" dirty="0" smtClean="0"/>
          </a:p>
          <a:p>
            <a:pPr marL="514350" indent="-514350" eaLnBrk="1" fontAlgn="auto" hangingPunct="1">
              <a:spcAft>
                <a:spcPts val="0"/>
              </a:spcAft>
              <a:buClr>
                <a:schemeClr val="accent3"/>
              </a:buClr>
              <a:buFont typeface="Arial" panose="020B0604020202020204" pitchFamily="34" charset="0"/>
              <a:buAutoNum type="arabicPeriod"/>
              <a:defRPr/>
            </a:pPr>
            <a:endParaRPr lang="id-ID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219200"/>
            <a:ext cx="5181600" cy="4957763"/>
          </a:xfrm>
        </p:spPr>
        <p:txBody>
          <a:bodyPr rtlCol="0"/>
          <a:lstStyle/>
          <a:p>
            <a:pPr marL="0" indent="0" eaLnBrk="1" fontAlgn="auto" hangingPunct="1">
              <a:spcAft>
                <a:spcPts val="0"/>
              </a:spcAft>
              <a:buClr>
                <a:schemeClr val="accent3"/>
              </a:buClr>
              <a:buFont typeface="Arial" panose="020B0604020202020204" pitchFamily="34" charset="0"/>
              <a:buNone/>
              <a:defRPr/>
            </a:pPr>
            <a:r>
              <a:rPr lang="id-ID" dirty="0" smtClean="0"/>
              <a:t>TUGAS AKADEMIK</a:t>
            </a:r>
          </a:p>
          <a:p>
            <a:pPr marL="514350" indent="-514350" eaLnBrk="1" fontAlgn="auto" hangingPunct="1">
              <a:spcAft>
                <a:spcPts val="0"/>
              </a:spcAft>
              <a:buClr>
                <a:schemeClr val="accent3"/>
              </a:buClr>
              <a:buFont typeface="Arial" panose="020B0604020202020204" pitchFamily="34" charset="0"/>
              <a:buAutoNum type="arabicPeriod"/>
              <a:defRPr/>
            </a:pPr>
            <a:r>
              <a:rPr lang="id-ID" dirty="0" smtClean="0"/>
              <a:t>MAKALAH</a:t>
            </a:r>
          </a:p>
          <a:p>
            <a:pPr marL="514350" indent="-514350" eaLnBrk="1" fontAlgn="auto" hangingPunct="1">
              <a:spcAft>
                <a:spcPts val="0"/>
              </a:spcAft>
              <a:buClr>
                <a:schemeClr val="accent3"/>
              </a:buClr>
              <a:buFont typeface="Arial" panose="020B0604020202020204" pitchFamily="34" charset="0"/>
              <a:buAutoNum type="arabicPeriod"/>
              <a:defRPr/>
            </a:pPr>
            <a:r>
              <a:rPr lang="id-ID" dirty="0" smtClean="0"/>
              <a:t>ARTIKEL</a:t>
            </a:r>
          </a:p>
          <a:p>
            <a:pPr marL="514350" indent="-514350" eaLnBrk="1" fontAlgn="auto" hangingPunct="1">
              <a:spcAft>
                <a:spcPts val="0"/>
              </a:spcAft>
              <a:buClr>
                <a:schemeClr val="accent3"/>
              </a:buClr>
              <a:buFont typeface="Arial" panose="020B0604020202020204" pitchFamily="34" charset="0"/>
              <a:buAutoNum type="arabicPeriod"/>
              <a:defRPr/>
            </a:pPr>
            <a:r>
              <a:rPr lang="id-ID" dirty="0" smtClean="0"/>
              <a:t>KERTAS KERJA</a:t>
            </a:r>
          </a:p>
          <a:p>
            <a:pPr marL="514350" indent="-514350" eaLnBrk="1" fontAlgn="auto" hangingPunct="1">
              <a:spcAft>
                <a:spcPts val="0"/>
              </a:spcAft>
              <a:buClr>
                <a:schemeClr val="accent3"/>
              </a:buClr>
              <a:buFont typeface="Arial" panose="020B0604020202020204" pitchFamily="34" charset="0"/>
              <a:buAutoNum type="arabicPeriod"/>
              <a:defRPr/>
            </a:pPr>
            <a:r>
              <a:rPr lang="id-ID" dirty="0" smtClean="0"/>
              <a:t>LAPORAN PENELITIAN</a:t>
            </a:r>
          </a:p>
          <a:p>
            <a:pPr marL="514350" indent="-514350" eaLnBrk="1" fontAlgn="auto" hangingPunct="1">
              <a:spcAft>
                <a:spcPts val="0"/>
              </a:spcAft>
              <a:buClr>
                <a:schemeClr val="accent3"/>
              </a:buClr>
              <a:buFont typeface="Arial" panose="020B0604020202020204" pitchFamily="34" charset="0"/>
              <a:buAutoNum type="arabicPeriod"/>
              <a:defRPr/>
            </a:pPr>
            <a:r>
              <a:rPr lang="id-ID" dirty="0" smtClean="0"/>
              <a:t>LAPORAN PRAKTIKUM</a:t>
            </a:r>
          </a:p>
          <a:p>
            <a:pPr marL="514350" indent="-514350" eaLnBrk="1" fontAlgn="auto" hangingPunct="1">
              <a:spcAft>
                <a:spcPts val="0"/>
              </a:spcAft>
              <a:buClr>
                <a:schemeClr val="accent3"/>
              </a:buClr>
              <a:buFont typeface="Arial" panose="020B0604020202020204" pitchFamily="34" charset="0"/>
              <a:buAutoNum type="arabicPeriod"/>
              <a:defRPr/>
            </a:pPr>
            <a:r>
              <a:rPr lang="id-ID" dirty="0" smtClean="0"/>
              <a:t>LAPORAN BUKU/RESENSI BUKU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685800"/>
          </a:xfrm>
        </p:spPr>
        <p:txBody>
          <a:bodyPr/>
          <a:lstStyle/>
          <a:p>
            <a:pPr eaLnBrk="1" hangingPunct="1"/>
            <a:r>
              <a:rPr lang="en-US" altLang="en-US" smtClean="0">
                <a:ln>
                  <a:noFill/>
                </a:ln>
              </a:rPr>
              <a:t>SISTIMATIKA  - BAGIAN AWAL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3" y="1801906"/>
            <a:ext cx="10018712" cy="3989294"/>
          </a:xfrm>
          <a:extLst/>
        </p:spPr>
        <p:txBody>
          <a:bodyPr numCol="2"/>
          <a:lstStyle/>
          <a:p>
            <a:pPr marL="457200" indent="-457200" eaLnBrk="1" hangingPunct="1">
              <a:buFont typeface="+mj-lt"/>
              <a:buAutoNum type="arabicPeriod"/>
              <a:defRPr/>
            </a:pPr>
            <a:r>
              <a:rPr lang="en-US" b="1" dirty="0"/>
              <a:t>JUDUL</a:t>
            </a:r>
            <a:endParaRPr lang="en-US" dirty="0"/>
          </a:p>
          <a:p>
            <a:pPr marL="457200" indent="-457200" eaLnBrk="1" hangingPunct="1">
              <a:buFont typeface="+mj-lt"/>
              <a:buAutoNum type="arabicPeriod"/>
              <a:defRPr/>
            </a:pPr>
            <a:r>
              <a:rPr lang="en-US" b="1" dirty="0"/>
              <a:t>HALAMAN SAMPUL </a:t>
            </a:r>
            <a:endParaRPr lang="en-US" dirty="0"/>
          </a:p>
          <a:p>
            <a:pPr marL="457200" indent="-457200" eaLnBrk="1" hangingPunct="1">
              <a:buFont typeface="+mj-lt"/>
              <a:buAutoNum type="arabicPeriod"/>
              <a:defRPr/>
            </a:pPr>
            <a:r>
              <a:rPr lang="en-US" b="1" dirty="0"/>
              <a:t>LEMBAR PENGESAHAN </a:t>
            </a:r>
            <a:endParaRPr lang="en-US" dirty="0"/>
          </a:p>
          <a:p>
            <a:pPr marL="457200" indent="-457200" eaLnBrk="1" hangingPunct="1">
              <a:buFont typeface="+mj-lt"/>
              <a:buAutoNum type="arabicPeriod"/>
              <a:defRPr/>
            </a:pPr>
            <a:r>
              <a:rPr lang="en-US" b="1" dirty="0"/>
              <a:t>LEMBAR TIM PENGUJI </a:t>
            </a:r>
            <a:endParaRPr lang="en-US" dirty="0"/>
          </a:p>
          <a:p>
            <a:pPr marL="457200" indent="-457200" eaLnBrk="1" hangingPunct="1">
              <a:buFont typeface="+mj-lt"/>
              <a:buAutoNum type="arabicPeriod"/>
              <a:defRPr/>
            </a:pPr>
            <a:r>
              <a:rPr lang="en-US" b="1" dirty="0"/>
              <a:t>LEMBAR PERNYATAAN PENULIS </a:t>
            </a:r>
            <a:endParaRPr lang="en-US" dirty="0"/>
          </a:p>
          <a:p>
            <a:pPr marL="457200" indent="-457200" eaLnBrk="1" hangingPunct="1">
              <a:buFont typeface="+mj-lt"/>
              <a:buAutoNum type="arabicPeriod"/>
              <a:defRPr/>
            </a:pPr>
            <a:r>
              <a:rPr lang="en-US" b="1" dirty="0"/>
              <a:t>LEMBAR MOTO </a:t>
            </a:r>
            <a:endParaRPr lang="en-US" dirty="0"/>
          </a:p>
          <a:p>
            <a:pPr marL="457200" indent="-457200" eaLnBrk="1" hangingPunct="1">
              <a:buFont typeface="+mj-lt"/>
              <a:buAutoNum type="arabicPeriod"/>
              <a:defRPr/>
            </a:pPr>
            <a:r>
              <a:rPr lang="en-US" b="1" dirty="0"/>
              <a:t>KATA PENGANTAR </a:t>
            </a:r>
            <a:endParaRPr lang="en-US" dirty="0"/>
          </a:p>
          <a:p>
            <a:pPr marL="457200" indent="-457200" eaLnBrk="1" hangingPunct="1">
              <a:buFont typeface="+mj-lt"/>
              <a:buAutoNum type="arabicPeriod"/>
              <a:defRPr/>
            </a:pPr>
            <a:r>
              <a:rPr lang="en-US" b="1" dirty="0"/>
              <a:t>ABSTRAK</a:t>
            </a:r>
            <a:endParaRPr lang="en-US" dirty="0"/>
          </a:p>
          <a:p>
            <a:pPr marL="457200" indent="-457200" eaLnBrk="1" hangingPunct="1">
              <a:buFont typeface="+mj-lt"/>
              <a:buAutoNum type="arabicPeriod"/>
              <a:defRPr/>
            </a:pPr>
            <a:r>
              <a:rPr lang="en-US" b="1" dirty="0"/>
              <a:t>DAFTAR ISI </a:t>
            </a:r>
            <a:endParaRPr lang="en-US" dirty="0"/>
          </a:p>
          <a:p>
            <a:pPr marL="457200" indent="-457200" eaLnBrk="1" hangingPunct="1">
              <a:buFont typeface="+mj-lt"/>
              <a:buAutoNum type="arabicPeriod"/>
              <a:defRPr/>
            </a:pPr>
            <a:r>
              <a:rPr lang="en-US" b="1" dirty="0"/>
              <a:t>DAFTAR TABEL </a:t>
            </a:r>
            <a:endParaRPr lang="en-US" dirty="0"/>
          </a:p>
          <a:p>
            <a:pPr marL="457200" indent="-457200" eaLnBrk="1" hangingPunct="1">
              <a:buFont typeface="+mj-lt"/>
              <a:buAutoNum type="arabicPeriod"/>
              <a:defRPr/>
            </a:pPr>
            <a:r>
              <a:rPr lang="en-US" b="1" dirty="0"/>
              <a:t>DAFTAR GAMBAR </a:t>
            </a:r>
            <a:endParaRPr lang="en-US" dirty="0"/>
          </a:p>
          <a:p>
            <a:pPr marL="457200" indent="-457200" eaLnBrk="1" hangingPunct="1">
              <a:buFont typeface="+mj-lt"/>
              <a:buAutoNum type="arabicPeriod"/>
              <a:defRPr/>
            </a:pPr>
            <a:r>
              <a:rPr lang="en-US" b="1" dirty="0"/>
              <a:t>DAFTAR LAMPIRAN</a:t>
            </a:r>
            <a:endParaRPr lang="en-US" dirty="0"/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>
          <a:xfrm>
            <a:off x="1484313" y="457200"/>
            <a:ext cx="10018712" cy="887413"/>
          </a:xfrm>
        </p:spPr>
        <p:txBody>
          <a:bodyPr/>
          <a:lstStyle/>
          <a:p>
            <a:pPr eaLnBrk="1" hangingPunct="1"/>
            <a:r>
              <a:rPr lang="en-US" altLang="en-US" smtClean="0">
                <a:ln>
                  <a:noFill/>
                </a:ln>
              </a:rPr>
              <a:t>SISTIMATIKA– BAGIAN TENGAH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3" y="1748118"/>
            <a:ext cx="10018712" cy="4043082"/>
          </a:xfrm>
          <a:extLst/>
        </p:spPr>
        <p:txBody>
          <a:bodyPr numCol="2"/>
          <a:lstStyle/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n-US" b="1" dirty="0"/>
              <a:t>BAB I PENDAHULUAN</a:t>
            </a:r>
            <a:endParaRPr lang="en-US" sz="3200" dirty="0"/>
          </a:p>
          <a:p>
            <a:pPr marL="457200" lvl="1" indent="0" eaLnBrk="1" hangingPunct="1">
              <a:buFont typeface="Arial" panose="020B0604020202020204" pitchFamily="34" charset="0"/>
              <a:buNone/>
              <a:defRPr/>
            </a:pPr>
            <a:r>
              <a:rPr lang="en-US" dirty="0" smtClean="0"/>
              <a:t>1.1 </a:t>
            </a:r>
            <a:r>
              <a:rPr lang="en-US" dirty="0" err="1" smtClean="0"/>
              <a:t>Latar</a:t>
            </a:r>
            <a:r>
              <a:rPr lang="en-US" dirty="0" smtClean="0"/>
              <a:t> </a:t>
            </a:r>
            <a:r>
              <a:rPr lang="en-US" dirty="0" err="1"/>
              <a:t>belakang</a:t>
            </a:r>
            <a:r>
              <a:rPr lang="en-US" dirty="0"/>
              <a:t> </a:t>
            </a:r>
            <a:r>
              <a:rPr lang="en-US" dirty="0" err="1"/>
              <a:t>permasalahan</a:t>
            </a:r>
            <a:endParaRPr lang="en-US" sz="2800" dirty="0"/>
          </a:p>
          <a:p>
            <a:pPr marL="457200" lvl="1" indent="0" eaLnBrk="1" hangingPunct="1">
              <a:buFont typeface="Arial" panose="020B0604020202020204" pitchFamily="34" charset="0"/>
              <a:buNone/>
              <a:defRPr/>
            </a:pPr>
            <a:r>
              <a:rPr lang="en-US" dirty="0" smtClean="0"/>
              <a:t>1.2 </a:t>
            </a:r>
            <a:r>
              <a:rPr lang="en-US" dirty="0" err="1" smtClean="0"/>
              <a:t>Pokok</a:t>
            </a:r>
            <a:r>
              <a:rPr lang="en-US" dirty="0" smtClean="0"/>
              <a:t> </a:t>
            </a:r>
            <a:r>
              <a:rPr lang="en-US" dirty="0" err="1"/>
              <a:t>permasalahan</a:t>
            </a:r>
            <a:endParaRPr lang="en-US" sz="2800" dirty="0"/>
          </a:p>
          <a:p>
            <a:pPr marL="457200" lvl="1" indent="0" eaLnBrk="1" hangingPunct="1">
              <a:buFont typeface="Arial" panose="020B0604020202020204" pitchFamily="34" charset="0"/>
              <a:buNone/>
              <a:defRPr/>
            </a:pPr>
            <a:r>
              <a:rPr lang="en-US" dirty="0" smtClean="0"/>
              <a:t>1.3 </a:t>
            </a:r>
            <a:r>
              <a:rPr lang="en-US" dirty="0" err="1" smtClean="0"/>
              <a:t>Pertanyaan</a:t>
            </a:r>
            <a:r>
              <a:rPr lang="en-US" dirty="0" smtClean="0"/>
              <a:t> </a:t>
            </a:r>
            <a:r>
              <a:rPr lang="en-US" dirty="0" err="1"/>
              <a:t>penelitian</a:t>
            </a:r>
            <a:endParaRPr lang="en-US" sz="2800" dirty="0"/>
          </a:p>
          <a:p>
            <a:pPr marL="457200" lvl="1" indent="0" eaLnBrk="1" hangingPunct="1">
              <a:buFont typeface="Arial" panose="020B0604020202020204" pitchFamily="34" charset="0"/>
              <a:buNone/>
              <a:defRPr/>
            </a:pPr>
            <a:r>
              <a:rPr lang="en-US" dirty="0" smtClean="0"/>
              <a:t>1.4 </a:t>
            </a:r>
            <a:r>
              <a:rPr lang="en-US" dirty="0" err="1" smtClean="0"/>
              <a:t>Tujuan</a:t>
            </a:r>
            <a:r>
              <a:rPr lang="en-US" dirty="0" smtClean="0"/>
              <a:t> </a:t>
            </a:r>
            <a:r>
              <a:rPr lang="en-US" dirty="0" err="1"/>
              <a:t>penelitian</a:t>
            </a:r>
            <a:r>
              <a:rPr lang="en-US" dirty="0"/>
              <a:t> </a:t>
            </a:r>
            <a:endParaRPr lang="en-US" sz="2800" dirty="0"/>
          </a:p>
          <a:p>
            <a:pPr marL="457200" lvl="1" indent="0" eaLnBrk="1" hangingPunct="1">
              <a:buFont typeface="Arial" panose="020B0604020202020204" pitchFamily="34" charset="0"/>
              <a:buNone/>
              <a:defRPr/>
            </a:pPr>
            <a:r>
              <a:rPr lang="en-US" dirty="0" smtClean="0"/>
              <a:t>1.5 </a:t>
            </a:r>
            <a:r>
              <a:rPr lang="en-US" dirty="0" err="1" smtClean="0"/>
              <a:t>Kegunaan</a:t>
            </a:r>
            <a:r>
              <a:rPr lang="en-US" dirty="0" smtClean="0"/>
              <a:t> </a:t>
            </a:r>
            <a:r>
              <a:rPr lang="en-US" dirty="0" err="1"/>
              <a:t>penelitian</a:t>
            </a:r>
            <a:endParaRPr lang="en-US" sz="2800" dirty="0"/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n-US" dirty="0" smtClean="0"/>
              <a:t>             </a:t>
            </a:r>
            <a:r>
              <a:rPr lang="en-US" dirty="0" err="1" smtClean="0"/>
              <a:t>A.kegunaan</a:t>
            </a:r>
            <a:r>
              <a:rPr lang="en-US" dirty="0" smtClean="0"/>
              <a:t> </a:t>
            </a:r>
            <a:r>
              <a:rPr lang="en-US" dirty="0" err="1"/>
              <a:t>Teoritis</a:t>
            </a:r>
            <a:r>
              <a:rPr lang="en-US" dirty="0"/>
              <a:t> </a:t>
            </a:r>
            <a:endParaRPr lang="en-US" sz="3200" dirty="0" smtClean="0"/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n-US" dirty="0" smtClean="0"/>
              <a:t>             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n-US" dirty="0" err="1" smtClean="0"/>
              <a:t>B.Kegunaan</a:t>
            </a:r>
            <a:r>
              <a:rPr lang="en-US" dirty="0" smtClean="0"/>
              <a:t> </a:t>
            </a:r>
            <a:r>
              <a:rPr lang="en-US" dirty="0" err="1"/>
              <a:t>P</a:t>
            </a:r>
            <a:r>
              <a:rPr lang="en-US" dirty="0" err="1" smtClean="0"/>
              <a:t>raktis</a:t>
            </a:r>
            <a:endParaRPr lang="en-US" sz="3200" dirty="0"/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n-US" dirty="0" smtClean="0"/>
              <a:t>     1.Bagi </a:t>
            </a:r>
            <a:r>
              <a:rPr lang="en-US" dirty="0" err="1"/>
              <a:t>mahasiswa</a:t>
            </a:r>
            <a:endParaRPr lang="en-US" sz="3200" dirty="0"/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n-US" dirty="0" smtClean="0"/>
              <a:t>    2.Bagi </a:t>
            </a:r>
            <a:r>
              <a:rPr lang="en-US" dirty="0" err="1"/>
              <a:t>institusi</a:t>
            </a:r>
            <a:endParaRPr lang="en-US" sz="3200" dirty="0"/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n-US" dirty="0" smtClean="0"/>
              <a:t>    3.Bagi </a:t>
            </a:r>
            <a:r>
              <a:rPr lang="en-US" dirty="0" err="1"/>
              <a:t>peneliti</a:t>
            </a:r>
            <a:r>
              <a:rPr lang="en-US" dirty="0"/>
              <a:t> lain</a:t>
            </a:r>
            <a:endParaRPr lang="en-US" sz="3200" dirty="0"/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n-US" dirty="0"/>
              <a:t>1.6 </a:t>
            </a:r>
            <a:r>
              <a:rPr lang="en-US" dirty="0" err="1" smtClean="0"/>
              <a:t>Sistematika</a:t>
            </a:r>
            <a:r>
              <a:rPr lang="en-US" dirty="0" smtClean="0"/>
              <a:t> </a:t>
            </a:r>
            <a:r>
              <a:rPr lang="en-US" dirty="0" err="1" smtClean="0"/>
              <a:t>penulisan</a:t>
            </a:r>
            <a:endParaRPr lang="en-US" sz="3200" dirty="0"/>
          </a:p>
          <a:p>
            <a:pPr eaLnBrk="1" hangingPunct="1">
              <a:defRPr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1484313" y="457200"/>
            <a:ext cx="10018712" cy="941388"/>
          </a:xfrm>
        </p:spPr>
        <p:txBody>
          <a:bodyPr/>
          <a:lstStyle/>
          <a:p>
            <a:pPr eaLnBrk="1" hangingPunct="1"/>
            <a:r>
              <a:rPr lang="en-US" altLang="en-US" smtClean="0">
                <a:ln>
                  <a:noFill/>
                </a:ln>
              </a:rPr>
              <a:t>SISTIMATIKA– BAGIAN TENGAH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3" y="1693863"/>
            <a:ext cx="10018712" cy="4814887"/>
          </a:xfrm>
        </p:spPr>
        <p:txBody>
          <a:bodyPr/>
          <a:lstStyle/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n-US" b="1" dirty="0"/>
              <a:t>BAB II LANDASAN TEORI</a:t>
            </a:r>
            <a:endParaRPr lang="en-US" dirty="0"/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n-US" b="1" dirty="0"/>
              <a:t>BAB III METODOLOGI PENELITIAN</a:t>
            </a:r>
            <a:endParaRPr lang="en-US" dirty="0"/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n-US" dirty="0" smtClean="0"/>
              <a:t>                3.1 </a:t>
            </a:r>
            <a:r>
              <a:rPr lang="en-US" dirty="0" err="1"/>
              <a:t>Teknik</a:t>
            </a:r>
            <a:r>
              <a:rPr lang="en-US" dirty="0"/>
              <a:t> </a:t>
            </a:r>
            <a:r>
              <a:rPr lang="en-US" dirty="0" err="1"/>
              <a:t>Pengumpulan</a:t>
            </a:r>
            <a:r>
              <a:rPr lang="en-US" dirty="0"/>
              <a:t> Data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n-US" dirty="0"/>
              <a:t> </a:t>
            </a:r>
            <a:r>
              <a:rPr lang="en-US" dirty="0" smtClean="0"/>
              <a:t>                      </a:t>
            </a:r>
            <a:r>
              <a:rPr lang="en-US" dirty="0" err="1" smtClean="0"/>
              <a:t>A.Data</a:t>
            </a:r>
            <a:r>
              <a:rPr lang="en-US" dirty="0" smtClean="0"/>
              <a:t> </a:t>
            </a:r>
            <a:r>
              <a:rPr lang="en-US" dirty="0" err="1"/>
              <a:t>Perimer</a:t>
            </a:r>
            <a:r>
              <a:rPr lang="en-US" dirty="0"/>
              <a:t> (</a:t>
            </a:r>
            <a:r>
              <a:rPr lang="en-US" i="1" dirty="0"/>
              <a:t>Primer Data</a:t>
            </a:r>
            <a:r>
              <a:rPr lang="en-US" dirty="0" smtClean="0"/>
              <a:t>)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n-US" dirty="0"/>
              <a:t> </a:t>
            </a:r>
            <a:r>
              <a:rPr lang="en-US" dirty="0" smtClean="0"/>
              <a:t>                         </a:t>
            </a:r>
            <a:r>
              <a:rPr lang="en-US" dirty="0"/>
              <a:t>1.Wawancara (</a:t>
            </a:r>
            <a:r>
              <a:rPr lang="en-US" i="1" dirty="0"/>
              <a:t>interview</a:t>
            </a:r>
            <a:r>
              <a:rPr lang="en-US" dirty="0"/>
              <a:t>)</a:t>
            </a:r>
          </a:p>
          <a:p>
            <a:pPr eaLnBrk="1" hangingPunct="1">
              <a:defRPr/>
            </a:pPr>
            <a:r>
              <a:rPr lang="en-US" dirty="0"/>
              <a:t>   </a:t>
            </a:r>
            <a:r>
              <a:rPr lang="en-US" dirty="0" smtClean="0"/>
              <a:t>                 </a:t>
            </a:r>
            <a:r>
              <a:rPr lang="en-US" dirty="0"/>
              <a:t>2.Dokumentasi (</a:t>
            </a:r>
            <a:r>
              <a:rPr lang="en-US" i="1" dirty="0"/>
              <a:t>Documentation</a:t>
            </a:r>
            <a:r>
              <a:rPr lang="en-US" dirty="0"/>
              <a:t>)</a:t>
            </a:r>
          </a:p>
          <a:p>
            <a:pPr eaLnBrk="1" hangingPunct="1">
              <a:defRPr/>
            </a:pPr>
            <a:r>
              <a:rPr lang="en-US" dirty="0"/>
              <a:t>    </a:t>
            </a:r>
            <a:r>
              <a:rPr lang="en-US" dirty="0" smtClean="0"/>
              <a:t>                 </a:t>
            </a:r>
            <a:r>
              <a:rPr lang="en-US" dirty="0"/>
              <a:t>3.Observasi (</a:t>
            </a:r>
            <a:r>
              <a:rPr lang="en-US" i="1" dirty="0"/>
              <a:t>Observation</a:t>
            </a:r>
            <a:r>
              <a:rPr lang="en-US" dirty="0"/>
              <a:t>) </a:t>
            </a:r>
          </a:p>
          <a:p>
            <a:pPr eaLnBrk="1" hangingPunct="1">
              <a:defRPr/>
            </a:pPr>
            <a:r>
              <a:rPr lang="en-US" dirty="0"/>
              <a:t>  </a:t>
            </a:r>
            <a:r>
              <a:rPr lang="en-US" dirty="0" smtClean="0"/>
              <a:t>            B</a:t>
            </a:r>
            <a:r>
              <a:rPr lang="en-US" dirty="0"/>
              <a:t>. Data </a:t>
            </a:r>
            <a:r>
              <a:rPr lang="en-US" dirty="0" err="1"/>
              <a:t>Sekunder</a:t>
            </a:r>
            <a:r>
              <a:rPr lang="en-US" dirty="0"/>
              <a:t> (</a:t>
            </a:r>
            <a:r>
              <a:rPr lang="en-US" i="1" dirty="0"/>
              <a:t>Secondary</a:t>
            </a:r>
            <a:r>
              <a:rPr lang="en-US" dirty="0"/>
              <a:t>)</a:t>
            </a:r>
          </a:p>
          <a:p>
            <a:pPr eaLnBrk="1" hangingPunct="1">
              <a:defRPr/>
            </a:pPr>
            <a:r>
              <a:rPr lang="en-US" dirty="0"/>
              <a:t>  </a:t>
            </a:r>
            <a:r>
              <a:rPr lang="en-US" dirty="0" smtClean="0"/>
              <a:t>           </a:t>
            </a:r>
            <a:r>
              <a:rPr lang="en-US" dirty="0" err="1" smtClean="0"/>
              <a:t>C.Kerangka</a:t>
            </a:r>
            <a:r>
              <a:rPr lang="en-US" dirty="0" smtClean="0"/>
              <a:t> </a:t>
            </a:r>
            <a:r>
              <a:rPr lang="en-US" dirty="0" err="1"/>
              <a:t>Penelitian</a:t>
            </a:r>
            <a:r>
              <a:rPr lang="en-US" dirty="0"/>
              <a:t> (</a:t>
            </a:r>
            <a:r>
              <a:rPr lang="en-US" i="1" dirty="0"/>
              <a:t>Research Framework</a:t>
            </a:r>
            <a:r>
              <a:rPr lang="en-US" dirty="0"/>
              <a:t>)</a:t>
            </a:r>
          </a:p>
          <a:p>
            <a:pPr eaLnBrk="1" hangingPunct="1">
              <a:defRPr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901700"/>
          </a:xfrm>
        </p:spPr>
        <p:txBody>
          <a:bodyPr/>
          <a:lstStyle/>
          <a:p>
            <a:pPr eaLnBrk="1" hangingPunct="1"/>
            <a:r>
              <a:rPr lang="en-US" altLang="en-US" smtClean="0">
                <a:ln>
                  <a:noFill/>
                </a:ln>
              </a:rPr>
              <a:t>SISTIMATIKA– BAGIAN TENGAH</a:t>
            </a:r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>
          <a:xfrm>
            <a:off x="1484313" y="1801813"/>
            <a:ext cx="10018712" cy="4787900"/>
          </a:xfrm>
        </p:spPr>
        <p:txBody>
          <a:bodyPr/>
          <a:lstStyle/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n-US" b="1" dirty="0" smtClean="0"/>
              <a:t>BAB IV ANALISIS PERANCANGAN SISTEM</a:t>
            </a:r>
            <a:endParaRPr lang="en-US" dirty="0" smtClean="0"/>
          </a:p>
          <a:p>
            <a:pPr eaLnBrk="1" hangingPunct="1">
              <a:defRPr/>
            </a:pPr>
            <a:r>
              <a:rPr lang="en-US" dirty="0" smtClean="0"/>
              <a:t>                4.1 </a:t>
            </a:r>
            <a:r>
              <a:rPr lang="en-US" dirty="0" err="1" smtClean="0"/>
              <a:t>Analisis</a:t>
            </a:r>
            <a:r>
              <a:rPr lang="en-US" dirty="0" smtClean="0"/>
              <a:t> </a:t>
            </a:r>
            <a:r>
              <a:rPr lang="en-US" dirty="0" err="1" smtClean="0"/>
              <a:t>Sistem</a:t>
            </a:r>
            <a:endParaRPr lang="en-US" dirty="0" smtClean="0"/>
          </a:p>
          <a:p>
            <a:pPr eaLnBrk="1" hangingPunct="1">
              <a:defRPr/>
            </a:pPr>
            <a:r>
              <a:rPr lang="en-US" dirty="0" smtClean="0"/>
              <a:t>                      </a:t>
            </a:r>
            <a:r>
              <a:rPr lang="en-US" dirty="0" err="1" smtClean="0"/>
              <a:t>A.Tujuan</a:t>
            </a:r>
            <a:r>
              <a:rPr lang="en-US" dirty="0" smtClean="0"/>
              <a:t> </a:t>
            </a:r>
            <a:r>
              <a:rPr lang="en-US" dirty="0" err="1" smtClean="0"/>
              <a:t>Organisasi</a:t>
            </a:r>
            <a:endParaRPr lang="en-US" dirty="0" smtClean="0"/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n-US" b="1" dirty="0" smtClean="0"/>
              <a:t>BAB V  KESIMPULAN DAN SARAN</a:t>
            </a:r>
            <a:endParaRPr lang="en-US" dirty="0" smtClean="0"/>
          </a:p>
          <a:p>
            <a:pPr eaLnBrk="1" hangingPunct="1">
              <a:defRPr/>
            </a:pPr>
            <a:r>
              <a:rPr lang="en-US" dirty="0" smtClean="0"/>
              <a:t>                5.1  </a:t>
            </a:r>
            <a:r>
              <a:rPr lang="en-US" dirty="0" err="1" smtClean="0"/>
              <a:t>Kesimpulan</a:t>
            </a:r>
            <a:endParaRPr lang="en-US" dirty="0" smtClean="0"/>
          </a:p>
          <a:p>
            <a:pPr eaLnBrk="1" hangingPunct="1">
              <a:defRPr/>
            </a:pPr>
            <a:r>
              <a:rPr lang="en-US" dirty="0" smtClean="0"/>
              <a:t>                5.2 Saran</a:t>
            </a:r>
          </a:p>
          <a:p>
            <a:pPr eaLnBrk="1" hangingPunct="1">
              <a:defRPr/>
            </a:pPr>
            <a:endParaRPr lang="en-US" dirty="0" smtClean="0"/>
          </a:p>
          <a:p>
            <a:pPr eaLnBrk="1" hangingPunct="1">
              <a:defRPr/>
            </a:pPr>
            <a:r>
              <a:rPr lang="en-US" dirty="0" smtClean="0"/>
              <a:t>                        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1008063"/>
          </a:xfrm>
        </p:spPr>
        <p:txBody>
          <a:bodyPr/>
          <a:lstStyle/>
          <a:p>
            <a:pPr eaLnBrk="1" hangingPunct="1"/>
            <a:r>
              <a:rPr lang="en-US" altLang="en-US" smtClean="0">
                <a:ln>
                  <a:noFill/>
                </a:ln>
              </a:rPr>
              <a:t>SISTIMATIKA– BAGIAN AKHIR</a:t>
            </a:r>
          </a:p>
        </p:txBody>
      </p:sp>
      <p:sp>
        <p:nvSpPr>
          <p:cNvPr id="29699" name="Content Placeholder 2"/>
          <p:cNvSpPr>
            <a:spLocks noGrp="1"/>
          </p:cNvSpPr>
          <p:nvPr>
            <p:ph idx="1"/>
          </p:nvPr>
        </p:nvSpPr>
        <p:spPr>
          <a:xfrm>
            <a:off x="1484313" y="1990725"/>
            <a:ext cx="10018712" cy="3800475"/>
          </a:xfrm>
        </p:spPr>
        <p:txBody>
          <a:bodyPr/>
          <a:lstStyle/>
          <a:p>
            <a:pPr eaLnBrk="1" hangingPunct="1"/>
            <a:r>
              <a:rPr lang="en-US" altLang="en-US" b="1" smtClean="0"/>
              <a:t>DAFTAR PUSTAKA</a:t>
            </a:r>
            <a:endParaRPr lang="en-US" altLang="en-US" smtClean="0"/>
          </a:p>
          <a:p>
            <a:pPr eaLnBrk="1" hangingPunct="1"/>
            <a:r>
              <a:rPr lang="en-US" altLang="en-US" b="1" smtClean="0"/>
              <a:t>LAMPIRAN</a:t>
            </a:r>
            <a:endParaRPr lang="en-US" altLang="en-US" smtClean="0"/>
          </a:p>
          <a:p>
            <a:pPr eaLnBrk="1" hangingPunct="1"/>
            <a:r>
              <a:rPr lang="en-US" altLang="en-US" b="1" smtClean="0"/>
              <a:t>DAFTAR RIWAYAT HIDUP</a:t>
            </a:r>
            <a:endParaRPr lang="en-US" altLang="en-US" smtClean="0"/>
          </a:p>
          <a:p>
            <a:pPr eaLnBrk="1" hangingPunct="1"/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>
          <a:xfrm>
            <a:off x="609600" y="704850"/>
            <a:ext cx="10972800" cy="727075"/>
          </a:xfrm>
        </p:spPr>
        <p:txBody>
          <a:bodyPr/>
          <a:lstStyle/>
          <a:p>
            <a:pPr eaLnBrk="1" hangingPunct="1"/>
            <a:r>
              <a:rPr lang="id-ID" altLang="id-ID" smtClean="0">
                <a:ln>
                  <a:noFill/>
                </a:ln>
              </a:rPr>
              <a:t>LEMBAR ABSTRAK</a:t>
            </a:r>
          </a:p>
        </p:txBody>
      </p:sp>
      <p:sp>
        <p:nvSpPr>
          <p:cNvPr id="30723" name="Content Placeholder 2"/>
          <p:cNvSpPr>
            <a:spLocks noGrp="1"/>
          </p:cNvSpPr>
          <p:nvPr>
            <p:ph idx="1"/>
          </p:nvPr>
        </p:nvSpPr>
        <p:spPr>
          <a:xfrm>
            <a:off x="1484313" y="1789113"/>
            <a:ext cx="10018712" cy="4002087"/>
          </a:xfrm>
        </p:spPr>
        <p:txBody>
          <a:bodyPr/>
          <a:lstStyle/>
          <a:p>
            <a:pPr eaLnBrk="1" hangingPunct="1"/>
            <a:r>
              <a:rPr lang="id-ID" altLang="id-ID" smtClean="0"/>
              <a:t>Perkataan abstrak ditulis pada halaman utuh</a:t>
            </a:r>
          </a:p>
          <a:p>
            <a:pPr eaLnBrk="1" hangingPunct="1"/>
            <a:r>
              <a:rPr lang="id-ID" altLang="id-ID" smtClean="0"/>
              <a:t>Perkataan abstrak ditulis dengan huruf kapital di bagian atas tengah  halaman atau dimulai pada margin sebelah kiri, bergantung pada sistem penulisan lembar sampul</a:t>
            </a:r>
          </a:p>
          <a:p>
            <a:pPr eaLnBrk="1" hangingPunct="1"/>
            <a:r>
              <a:rPr lang="id-ID" altLang="id-ID" smtClean="0"/>
              <a:t>Penulisan abstrak tidak melebihi dua halaman</a:t>
            </a:r>
          </a:p>
          <a:p>
            <a:pPr eaLnBrk="1" hangingPunct="1"/>
            <a:r>
              <a:rPr lang="id-ID" altLang="id-ID" smtClean="0"/>
              <a:t>Penomoran lembar abstrak dengan angka Romawi kecil di bagiah bawah tengah halaman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d-ID" altLang="id-ID" smtClean="0">
                <a:ln>
                  <a:noFill/>
                </a:ln>
              </a:rPr>
              <a:t>BAGIAN TENGAH</a:t>
            </a:r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>
          <a:xfrm>
            <a:off x="1484313" y="2017713"/>
            <a:ext cx="10018712" cy="3773487"/>
          </a:xfrm>
        </p:spPr>
        <p:txBody>
          <a:bodyPr/>
          <a:lstStyle/>
          <a:p>
            <a:pPr eaLnBrk="1" hangingPunct="1"/>
            <a:r>
              <a:rPr lang="id-ID" altLang="id-ID" smtClean="0"/>
              <a:t>Penomoran halaman</a:t>
            </a:r>
          </a:p>
          <a:p>
            <a:pPr eaLnBrk="1" hangingPunct="1"/>
            <a:r>
              <a:rPr lang="id-ID" altLang="id-ID" smtClean="0"/>
              <a:t>Pengutipan, kutipan pendek (empat baris atau kurang), Kutipan panjang terdiri dari lima baris atau lebih</a:t>
            </a:r>
          </a:p>
          <a:p>
            <a:pPr eaLnBrk="1" hangingPunct="1"/>
            <a:r>
              <a:rPr lang="id-ID" altLang="id-ID" smtClean="0"/>
              <a:t>Penyajian data</a:t>
            </a:r>
          </a:p>
          <a:p>
            <a:pPr eaLnBrk="1" hangingPunct="1"/>
            <a:r>
              <a:rPr lang="id-ID" altLang="id-ID" smtClean="0"/>
              <a:t>Sistimatika penulisan judul dan subjudul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ln>
                  <a:noFill/>
                </a:ln>
              </a:rPr>
              <a:t>TERIMA KASIH</a:t>
            </a:r>
          </a:p>
        </p:txBody>
      </p:sp>
      <p:sp>
        <p:nvSpPr>
          <p:cNvPr id="3379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1754</TotalTime>
  <Words>284</Words>
  <Application>Microsoft Office PowerPoint</Application>
  <PresentationFormat>Widescreen</PresentationFormat>
  <Paragraphs>76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Calibri</vt:lpstr>
      <vt:lpstr>Arial</vt:lpstr>
      <vt:lpstr>Corbel</vt:lpstr>
      <vt:lpstr>Trebuchet MS</vt:lpstr>
      <vt:lpstr>Wingdings 3</vt:lpstr>
      <vt:lpstr>Parallax</vt:lpstr>
      <vt:lpstr>KARYA TULIS AKADEMIK</vt:lpstr>
      <vt:lpstr>JENIS KARYA TULIS AKADEMIK</vt:lpstr>
      <vt:lpstr>SISTIMATIKA  - BAGIAN AWAL</vt:lpstr>
      <vt:lpstr>SISTIMATIKA– BAGIAN TENGAH</vt:lpstr>
      <vt:lpstr>SISTIMATIKA– BAGIAN TENGAH</vt:lpstr>
      <vt:lpstr>SISTIMATIKA– BAGIAN TENGAH</vt:lpstr>
      <vt:lpstr>SISTIMATIKA– BAGIAN AKHIR</vt:lpstr>
      <vt:lpstr>LEMBAR ABSTRAK</vt:lpstr>
      <vt:lpstr>BAGIAN TENGAH</vt:lpstr>
      <vt:lpstr>TERIMA KASIH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MENULIS</dc:title>
  <dc:creator>piksi</dc:creator>
  <cp:lastModifiedBy>Fifit H</cp:lastModifiedBy>
  <cp:revision>46</cp:revision>
  <dcterms:created xsi:type="dcterms:W3CDTF">2014-04-21T01:38:43Z</dcterms:created>
  <dcterms:modified xsi:type="dcterms:W3CDTF">2020-06-02T04:47:45Z</dcterms:modified>
</cp:coreProperties>
</file>